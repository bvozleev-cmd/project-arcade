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6" r:id="rId4"/>
    <p:sldId id="268" r:id="rId5"/>
    <p:sldId id="269" r:id="rId6"/>
    <p:sldId id="262" r:id="rId7"/>
  </p:sldIdLst>
  <p:sldSz cx="17335500" cy="9753600"/>
  <p:notesSz cx="17335500" cy="97536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gUqA4sJBHHXBGTKIio6Y/Zar0U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1"/>
    <p:restoredTop sz="94643"/>
  </p:normalViewPr>
  <p:slideViewPr>
    <p:cSldViewPr snapToGrid="0">
      <p:cViewPr varScale="1">
        <p:scale>
          <a:sx n="80" d="100"/>
          <a:sy n="80" d="100"/>
        </p:scale>
        <p:origin x="248" y="6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89825" y="731500"/>
            <a:ext cx="11557575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18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18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56967C09-4BF6-3A39-A1B3-ED9A8EFA1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25D2B9E9-7FFE-DFA2-07B7-B022A9592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08EAAD34-536A-FC36-0D76-2779F3F7F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418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964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6E06CAFE-BEBA-B198-4481-C3E7216A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F0A0CD45-BE85-2214-FDB7-7C15A5080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8F0073B7-7BA5-6416-7321-58E32BF6E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418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7355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37F5F16C-5315-8CD1-9211-82AA88AA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D4861D12-170B-B3E2-9974-787F8C766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5572CBC7-7EC4-E154-F412-43C536E80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418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24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1733550" y="4632950"/>
            <a:ext cx="1386840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18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 extrusionOk="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6"/>
          <p:cNvSpPr/>
          <p:nvPr/>
        </p:nvSpPr>
        <p:spPr>
          <a:xfrm>
            <a:off x="13307569" y="5998463"/>
            <a:ext cx="2912745" cy="2711450"/>
          </a:xfrm>
          <a:custGeom>
            <a:avLst/>
            <a:gdLst/>
            <a:ahLst/>
            <a:cxnLst/>
            <a:rect l="l" t="t" r="r" b="b"/>
            <a:pathLst>
              <a:path w="2912744" h="2711450" extrusionOk="0">
                <a:moveTo>
                  <a:pt x="1340307" y="0"/>
                </a:moveTo>
                <a:lnTo>
                  <a:pt x="1202563" y="175323"/>
                </a:lnTo>
                <a:lnTo>
                  <a:pt x="1172896" y="215293"/>
                </a:lnTo>
                <a:lnTo>
                  <a:pt x="1143503" y="255476"/>
                </a:lnTo>
                <a:lnTo>
                  <a:pt x="1114385" y="295872"/>
                </a:lnTo>
                <a:lnTo>
                  <a:pt x="1085543" y="336480"/>
                </a:lnTo>
                <a:lnTo>
                  <a:pt x="1056978" y="377297"/>
                </a:lnTo>
                <a:lnTo>
                  <a:pt x="1028692" y="418322"/>
                </a:lnTo>
                <a:lnTo>
                  <a:pt x="1000686" y="459555"/>
                </a:lnTo>
                <a:lnTo>
                  <a:pt x="972962" y="500993"/>
                </a:lnTo>
                <a:lnTo>
                  <a:pt x="945521" y="542635"/>
                </a:lnTo>
                <a:lnTo>
                  <a:pt x="918364" y="584480"/>
                </a:lnTo>
                <a:lnTo>
                  <a:pt x="891493" y="626527"/>
                </a:lnTo>
                <a:lnTo>
                  <a:pt x="864909" y="668774"/>
                </a:lnTo>
                <a:lnTo>
                  <a:pt x="838614" y="711220"/>
                </a:lnTo>
                <a:lnTo>
                  <a:pt x="812608" y="753863"/>
                </a:lnTo>
                <a:lnTo>
                  <a:pt x="786894" y="796702"/>
                </a:lnTo>
                <a:lnTo>
                  <a:pt x="761472" y="839735"/>
                </a:lnTo>
                <a:lnTo>
                  <a:pt x="736344" y="882962"/>
                </a:lnTo>
                <a:lnTo>
                  <a:pt x="711512" y="926381"/>
                </a:lnTo>
                <a:lnTo>
                  <a:pt x="686976" y="969990"/>
                </a:lnTo>
                <a:lnTo>
                  <a:pt x="662738" y="1013789"/>
                </a:lnTo>
                <a:lnTo>
                  <a:pt x="638800" y="1057775"/>
                </a:lnTo>
                <a:lnTo>
                  <a:pt x="615163" y="1101948"/>
                </a:lnTo>
                <a:lnTo>
                  <a:pt x="591828" y="1146305"/>
                </a:lnTo>
                <a:lnTo>
                  <a:pt x="568796" y="1190846"/>
                </a:lnTo>
                <a:lnTo>
                  <a:pt x="546070" y="1235570"/>
                </a:lnTo>
                <a:lnTo>
                  <a:pt x="523650" y="1280474"/>
                </a:lnTo>
                <a:lnTo>
                  <a:pt x="501538" y="1325558"/>
                </a:lnTo>
                <a:lnTo>
                  <a:pt x="479734" y="1370820"/>
                </a:lnTo>
                <a:lnTo>
                  <a:pt x="458242" y="1416258"/>
                </a:lnTo>
                <a:lnTo>
                  <a:pt x="437061" y="1461872"/>
                </a:lnTo>
                <a:lnTo>
                  <a:pt x="416193" y="1507660"/>
                </a:lnTo>
                <a:lnTo>
                  <a:pt x="395640" y="1553621"/>
                </a:lnTo>
                <a:lnTo>
                  <a:pt x="375404" y="1599752"/>
                </a:lnTo>
                <a:lnTo>
                  <a:pt x="355484" y="1646054"/>
                </a:lnTo>
                <a:lnTo>
                  <a:pt x="335883" y="1692524"/>
                </a:lnTo>
                <a:lnTo>
                  <a:pt x="316603" y="1739162"/>
                </a:lnTo>
                <a:lnTo>
                  <a:pt x="297644" y="1785964"/>
                </a:lnTo>
                <a:lnTo>
                  <a:pt x="279007" y="1832932"/>
                </a:lnTo>
                <a:lnTo>
                  <a:pt x="260695" y="1880062"/>
                </a:lnTo>
                <a:lnTo>
                  <a:pt x="242709" y="1927354"/>
                </a:lnTo>
                <a:lnTo>
                  <a:pt x="225050" y="1974806"/>
                </a:lnTo>
                <a:lnTo>
                  <a:pt x="207719" y="2022417"/>
                </a:lnTo>
                <a:lnTo>
                  <a:pt x="190718" y="2070186"/>
                </a:lnTo>
                <a:lnTo>
                  <a:pt x="174048" y="2118110"/>
                </a:lnTo>
                <a:lnTo>
                  <a:pt x="157710" y="2166189"/>
                </a:lnTo>
                <a:lnTo>
                  <a:pt x="141707" y="2214422"/>
                </a:lnTo>
                <a:lnTo>
                  <a:pt x="126039" y="2262806"/>
                </a:lnTo>
                <a:lnTo>
                  <a:pt x="110707" y="2311342"/>
                </a:lnTo>
                <a:lnTo>
                  <a:pt x="95714" y="2360026"/>
                </a:lnTo>
                <a:lnTo>
                  <a:pt x="81059" y="2408858"/>
                </a:lnTo>
                <a:lnTo>
                  <a:pt x="66746" y="2457837"/>
                </a:lnTo>
                <a:lnTo>
                  <a:pt x="52775" y="2506961"/>
                </a:lnTo>
                <a:lnTo>
                  <a:pt x="39147" y="2556228"/>
                </a:lnTo>
                <a:lnTo>
                  <a:pt x="25865" y="2605638"/>
                </a:lnTo>
                <a:lnTo>
                  <a:pt x="12928" y="2655189"/>
                </a:lnTo>
                <a:lnTo>
                  <a:pt x="0" y="2711196"/>
                </a:lnTo>
                <a:lnTo>
                  <a:pt x="2912364" y="2711196"/>
                </a:lnTo>
                <a:lnTo>
                  <a:pt x="1340307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6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 extrusionOk="0">
                <a:moveTo>
                  <a:pt x="14647151" y="5998362"/>
                </a:moveTo>
                <a:lnTo>
                  <a:pt x="11168418" y="0"/>
                </a:lnTo>
                <a:lnTo>
                  <a:pt x="0" y="0"/>
                </a:lnTo>
                <a:lnTo>
                  <a:pt x="0" y="8709660"/>
                </a:lnTo>
                <a:lnTo>
                  <a:pt x="13306552" y="8709660"/>
                </a:lnTo>
                <a:lnTo>
                  <a:pt x="13319468" y="8653653"/>
                </a:lnTo>
                <a:lnTo>
                  <a:pt x="13332409" y="8604110"/>
                </a:lnTo>
                <a:lnTo>
                  <a:pt x="13345694" y="8554695"/>
                </a:lnTo>
                <a:lnTo>
                  <a:pt x="13359333" y="8505431"/>
                </a:lnTo>
                <a:lnTo>
                  <a:pt x="13373303" y="8456295"/>
                </a:lnTo>
                <a:lnTo>
                  <a:pt x="13387616" y="8407324"/>
                </a:lnTo>
                <a:lnTo>
                  <a:pt x="13402285" y="8358479"/>
                </a:lnTo>
                <a:lnTo>
                  <a:pt x="13417283" y="8309800"/>
                </a:lnTo>
                <a:lnTo>
                  <a:pt x="13432612" y="8261261"/>
                </a:lnTo>
                <a:lnTo>
                  <a:pt x="13448284" y="8212874"/>
                </a:lnTo>
                <a:lnTo>
                  <a:pt x="13464299" y="8164639"/>
                </a:lnTo>
                <a:lnTo>
                  <a:pt x="13480631" y="8116557"/>
                </a:lnTo>
                <a:lnTo>
                  <a:pt x="13497306" y="8068627"/>
                </a:lnTo>
                <a:lnTo>
                  <a:pt x="13514311" y="8020863"/>
                </a:lnTo>
                <a:lnTo>
                  <a:pt x="13531647" y="7973250"/>
                </a:lnTo>
                <a:lnTo>
                  <a:pt x="13549313" y="7925790"/>
                </a:lnTo>
                <a:lnTo>
                  <a:pt x="13567309" y="7878508"/>
                </a:lnTo>
                <a:lnTo>
                  <a:pt x="13585622" y="7831366"/>
                </a:lnTo>
                <a:lnTo>
                  <a:pt x="13604266" y="7784401"/>
                </a:lnTo>
                <a:lnTo>
                  <a:pt x="13623227" y="7737602"/>
                </a:lnTo>
                <a:lnTo>
                  <a:pt x="13642505" y="7690955"/>
                </a:lnTo>
                <a:lnTo>
                  <a:pt x="13662114" y="7644485"/>
                </a:lnTo>
                <a:lnTo>
                  <a:pt x="13682040" y="7598181"/>
                </a:lnTo>
                <a:lnTo>
                  <a:pt x="13702284" y="7552055"/>
                </a:lnTo>
                <a:lnTo>
                  <a:pt x="13722833" y="7506081"/>
                </a:lnTo>
                <a:lnTo>
                  <a:pt x="13743712" y="7460297"/>
                </a:lnTo>
                <a:lnTo>
                  <a:pt x="13764895" y="7414679"/>
                </a:lnTo>
                <a:lnTo>
                  <a:pt x="13786396" y="7369238"/>
                </a:lnTo>
                <a:lnTo>
                  <a:pt x="13808202" y="7323976"/>
                </a:lnTo>
                <a:lnTo>
                  <a:pt x="13830313" y="7278891"/>
                </a:lnTo>
                <a:lnTo>
                  <a:pt x="13852741" y="7233983"/>
                </a:lnTo>
                <a:lnTo>
                  <a:pt x="13875474" y="7189267"/>
                </a:lnTo>
                <a:lnTo>
                  <a:pt x="13898512" y="7144715"/>
                </a:lnTo>
                <a:lnTo>
                  <a:pt x="13921854" y="7100367"/>
                </a:lnTo>
                <a:lnTo>
                  <a:pt x="13945489" y="7056183"/>
                </a:lnTo>
                <a:lnTo>
                  <a:pt x="13969441" y="7012203"/>
                </a:lnTo>
                <a:lnTo>
                  <a:pt x="13993686" y="6968401"/>
                </a:lnTo>
                <a:lnTo>
                  <a:pt x="14018222" y="6924789"/>
                </a:lnTo>
                <a:lnTo>
                  <a:pt x="14043063" y="6881368"/>
                </a:lnTo>
                <a:lnTo>
                  <a:pt x="14068197" y="6838137"/>
                </a:lnTo>
                <a:lnTo>
                  <a:pt x="14093622" y="6795109"/>
                </a:lnTo>
                <a:lnTo>
                  <a:pt x="14119339" y="6752260"/>
                </a:lnTo>
                <a:lnTo>
                  <a:pt x="14145349" y="6709626"/>
                </a:lnTo>
                <a:lnTo>
                  <a:pt x="14171651" y="6667170"/>
                </a:lnTo>
                <a:lnTo>
                  <a:pt x="14198245" y="6624929"/>
                </a:lnTo>
                <a:lnTo>
                  <a:pt x="14225118" y="6582880"/>
                </a:lnTo>
                <a:lnTo>
                  <a:pt x="14252283" y="6541033"/>
                </a:lnTo>
                <a:lnTo>
                  <a:pt x="14279728" y="6499390"/>
                </a:lnTo>
                <a:lnTo>
                  <a:pt x="14307465" y="6457950"/>
                </a:lnTo>
                <a:lnTo>
                  <a:pt x="14335481" y="6416713"/>
                </a:lnTo>
                <a:lnTo>
                  <a:pt x="14363764" y="6375679"/>
                </a:lnTo>
                <a:lnTo>
                  <a:pt x="14392339" y="6334861"/>
                </a:lnTo>
                <a:lnTo>
                  <a:pt x="14421193" y="6294259"/>
                </a:lnTo>
                <a:lnTo>
                  <a:pt x="14450314" y="6253861"/>
                </a:lnTo>
                <a:lnTo>
                  <a:pt x="14479715" y="6213678"/>
                </a:lnTo>
                <a:lnTo>
                  <a:pt x="14509382" y="6173698"/>
                </a:lnTo>
                <a:lnTo>
                  <a:pt x="14647151" y="5998362"/>
                </a:lnTo>
                <a:close/>
              </a:path>
              <a:path w="17337405" h="9752330" extrusionOk="0">
                <a:moveTo>
                  <a:pt x="17337012" y="3919867"/>
                </a:moveTo>
                <a:lnTo>
                  <a:pt x="17215536" y="3974947"/>
                </a:lnTo>
                <a:lnTo>
                  <a:pt x="17127690" y="4016527"/>
                </a:lnTo>
                <a:lnTo>
                  <a:pt x="17040505" y="4059275"/>
                </a:lnTo>
                <a:lnTo>
                  <a:pt x="16953992" y="4103166"/>
                </a:lnTo>
                <a:lnTo>
                  <a:pt x="16868166" y="4148188"/>
                </a:lnTo>
                <a:lnTo>
                  <a:pt x="16783025" y="4194352"/>
                </a:lnTo>
                <a:lnTo>
                  <a:pt x="16698595" y="4241635"/>
                </a:lnTo>
                <a:lnTo>
                  <a:pt x="16614877" y="4290022"/>
                </a:lnTo>
                <a:lnTo>
                  <a:pt x="16531882" y="4339501"/>
                </a:lnTo>
                <a:lnTo>
                  <a:pt x="16449624" y="4390072"/>
                </a:lnTo>
                <a:lnTo>
                  <a:pt x="16368103" y="4441736"/>
                </a:lnTo>
                <a:lnTo>
                  <a:pt x="16287331" y="4494454"/>
                </a:lnTo>
                <a:lnTo>
                  <a:pt x="16207334" y="4548238"/>
                </a:lnTo>
                <a:lnTo>
                  <a:pt x="16128099" y="4603064"/>
                </a:lnTo>
                <a:lnTo>
                  <a:pt x="16088779" y="4630877"/>
                </a:lnTo>
                <a:lnTo>
                  <a:pt x="16049651" y="4658931"/>
                </a:lnTo>
                <a:lnTo>
                  <a:pt x="16010725" y="4687252"/>
                </a:lnTo>
                <a:lnTo>
                  <a:pt x="15972003" y="4715840"/>
                </a:lnTo>
                <a:lnTo>
                  <a:pt x="15933471" y="4744669"/>
                </a:lnTo>
                <a:lnTo>
                  <a:pt x="15895142" y="4773752"/>
                </a:lnTo>
                <a:lnTo>
                  <a:pt x="15857017" y="4803089"/>
                </a:lnTo>
                <a:lnTo>
                  <a:pt x="15819108" y="4832680"/>
                </a:lnTo>
                <a:lnTo>
                  <a:pt x="15781389" y="4862525"/>
                </a:lnTo>
                <a:lnTo>
                  <a:pt x="15743885" y="4892611"/>
                </a:lnTo>
                <a:lnTo>
                  <a:pt x="15706586" y="4922939"/>
                </a:lnTo>
                <a:lnTo>
                  <a:pt x="15669502" y="4953520"/>
                </a:lnTo>
                <a:lnTo>
                  <a:pt x="15632621" y="4984356"/>
                </a:lnTo>
                <a:lnTo>
                  <a:pt x="15595956" y="5015420"/>
                </a:lnTo>
                <a:lnTo>
                  <a:pt x="15559507" y="5046738"/>
                </a:lnTo>
                <a:lnTo>
                  <a:pt x="15523274" y="5078285"/>
                </a:lnTo>
                <a:lnTo>
                  <a:pt x="15487244" y="5110073"/>
                </a:lnTo>
                <a:lnTo>
                  <a:pt x="15451443" y="5142115"/>
                </a:lnTo>
                <a:lnTo>
                  <a:pt x="15415857" y="5174373"/>
                </a:lnTo>
                <a:lnTo>
                  <a:pt x="15380488" y="5206885"/>
                </a:lnTo>
                <a:lnTo>
                  <a:pt x="15345334" y="5239626"/>
                </a:lnTo>
                <a:lnTo>
                  <a:pt x="15310409" y="5272595"/>
                </a:lnTo>
                <a:lnTo>
                  <a:pt x="15275713" y="5305806"/>
                </a:lnTo>
                <a:lnTo>
                  <a:pt x="15241232" y="5339245"/>
                </a:lnTo>
                <a:lnTo>
                  <a:pt x="15206980" y="5372913"/>
                </a:lnTo>
                <a:lnTo>
                  <a:pt x="15172957" y="5406809"/>
                </a:lnTo>
                <a:lnTo>
                  <a:pt x="15139150" y="5440934"/>
                </a:lnTo>
                <a:lnTo>
                  <a:pt x="15105583" y="5475275"/>
                </a:lnTo>
                <a:lnTo>
                  <a:pt x="15072246" y="5509857"/>
                </a:lnTo>
                <a:lnTo>
                  <a:pt x="15039137" y="5544655"/>
                </a:lnTo>
                <a:lnTo>
                  <a:pt x="15006269" y="5579669"/>
                </a:lnTo>
                <a:lnTo>
                  <a:pt x="14973630" y="5614911"/>
                </a:lnTo>
                <a:lnTo>
                  <a:pt x="14941220" y="5650382"/>
                </a:lnTo>
                <a:lnTo>
                  <a:pt x="14909064" y="5686056"/>
                </a:lnTo>
                <a:lnTo>
                  <a:pt x="14877136" y="5721959"/>
                </a:lnTo>
                <a:lnTo>
                  <a:pt x="14845437" y="5758065"/>
                </a:lnTo>
                <a:lnTo>
                  <a:pt x="14813991" y="5794400"/>
                </a:lnTo>
                <a:lnTo>
                  <a:pt x="14782788" y="5830951"/>
                </a:lnTo>
                <a:lnTo>
                  <a:pt x="14751825" y="5867705"/>
                </a:lnTo>
                <a:lnTo>
                  <a:pt x="14721104" y="5904662"/>
                </a:lnTo>
                <a:lnTo>
                  <a:pt x="14647571" y="5998210"/>
                </a:lnTo>
                <a:lnTo>
                  <a:pt x="16220072" y="8709114"/>
                </a:lnTo>
                <a:lnTo>
                  <a:pt x="13306895" y="8709114"/>
                </a:lnTo>
                <a:lnTo>
                  <a:pt x="13240334" y="8997442"/>
                </a:lnTo>
                <a:lnTo>
                  <a:pt x="13230339" y="9047150"/>
                </a:lnTo>
                <a:lnTo>
                  <a:pt x="13220700" y="9096972"/>
                </a:lnTo>
                <a:lnTo>
                  <a:pt x="13211416" y="9146934"/>
                </a:lnTo>
                <a:lnTo>
                  <a:pt x="13202463" y="9196997"/>
                </a:lnTo>
                <a:lnTo>
                  <a:pt x="13193878" y="9247187"/>
                </a:lnTo>
                <a:lnTo>
                  <a:pt x="13185635" y="9297505"/>
                </a:lnTo>
                <a:lnTo>
                  <a:pt x="13177736" y="9347924"/>
                </a:lnTo>
                <a:lnTo>
                  <a:pt x="13170205" y="9398470"/>
                </a:lnTo>
                <a:lnTo>
                  <a:pt x="13163017" y="9449130"/>
                </a:lnTo>
                <a:lnTo>
                  <a:pt x="13156197" y="9499905"/>
                </a:lnTo>
                <a:lnTo>
                  <a:pt x="13149720" y="9550794"/>
                </a:lnTo>
                <a:lnTo>
                  <a:pt x="13143611" y="9601784"/>
                </a:lnTo>
                <a:lnTo>
                  <a:pt x="13137858" y="9652889"/>
                </a:lnTo>
                <a:lnTo>
                  <a:pt x="13132473" y="9704108"/>
                </a:lnTo>
                <a:lnTo>
                  <a:pt x="13127774" y="9752076"/>
                </a:lnTo>
                <a:lnTo>
                  <a:pt x="17337012" y="9752076"/>
                </a:lnTo>
                <a:lnTo>
                  <a:pt x="17337012" y="39198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13040205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7160" marR="0" lvl="0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37160" marR="0" lvl="1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" marR="0" lvl="2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37160" marR="0" lvl="3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137160" marR="0" lvl="4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137160" marR="0" lvl="5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37160" marR="0" lvl="6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37160" marR="0" lvl="7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60" marR="0" lvl="8" indent="0" algn="l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1371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13040205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1138237" y="2171821"/>
            <a:ext cx="15065375" cy="61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7160" marR="0" lv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37160" marR="0" lvl="1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" marR="0" lvl="2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37160" marR="0" lvl="3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137160" marR="0" lvl="4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137160" marR="0" lvl="5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37160" marR="0" lvl="6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37160" marR="0" lvl="7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60" marR="0" lvl="8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1371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ctrTitle"/>
          </p:nvPr>
        </p:nvSpPr>
        <p:spPr>
          <a:xfrm>
            <a:off x="1300638" y="3023616"/>
            <a:ext cx="14740573" cy="204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601277" y="5462016"/>
            <a:ext cx="12139295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dt" idx="10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7160" marR="0" lv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37160" marR="0" lvl="1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" marR="0" lvl="2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37160" marR="0" lvl="3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137160" marR="0" lvl="4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137160" marR="0" lvl="5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37160" marR="0" lvl="6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37160" marR="0" lvl="7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60" marR="0" lvl="8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1371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13040205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867092" y="2243328"/>
            <a:ext cx="7543705" cy="643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8931053" y="2243328"/>
            <a:ext cx="7543705" cy="643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7160" marR="0" lv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37160" marR="0" lvl="1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" marR="0" lvl="2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37160" marR="0" lvl="3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137160" marR="0" lvl="4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137160" marR="0" lvl="5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37160" marR="0" lvl="6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37160" marR="0" lvl="7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60" marR="0" lvl="8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1371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ftr" idx="11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dt" idx="10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7160" marR="0" lv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37160" marR="0" lvl="1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" marR="0" lvl="2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37160" marR="0" lvl="3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137160" marR="0" lvl="4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137160" marR="0" lvl="5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37160" marR="0" lvl="6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37160" marR="0" lvl="7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60" marR="0" lvl="8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1371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13040205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1138237" y="2171821"/>
            <a:ext cx="15065375" cy="61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ftr" idx="11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dt" idx="10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716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3716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3716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13716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13716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3716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3716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6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1371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424297" y="4257085"/>
            <a:ext cx="13962264" cy="426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/>
            <a:r>
              <a:rPr lang="en-US" sz="13800" b="1" dirty="0">
                <a:latin typeface="Arial" panose="020B0604020202020204" pitchFamily="34" charset="0"/>
                <a:cs typeface="Arial" panose="020B0604020202020204" pitchFamily="34" charset="0"/>
              </a:rPr>
              <a:t>Super Adventures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75572" y="8942811"/>
            <a:ext cx="14730187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dk1"/>
                </a:solidFill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Авдонин Илья 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| </a:t>
            </a:r>
            <a:r>
              <a:rPr lang="ru-RU" sz="2800" dirty="0" err="1">
                <a:solidFill>
                  <a:schemeClr val="dk1"/>
                </a:solidFill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Возлеев</a:t>
            </a:r>
            <a:r>
              <a:rPr lang="ru-RU" sz="2800" dirty="0">
                <a:solidFill>
                  <a:schemeClr val="dk1"/>
                </a:solidFill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Борис              	                        29.01.2026</a:t>
            </a:r>
            <a:endParaRPr sz="2800" dirty="0">
              <a:solidFill>
                <a:schemeClr val="dk1"/>
              </a:solidFill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6017" y="0"/>
            <a:ext cx="2729483" cy="96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932570" y="467579"/>
            <a:ext cx="3593826" cy="98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Google Shape;55;p2"/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371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 dirty="0"/>
          </a:p>
        </p:txBody>
      </p:sp>
      <p:pic>
        <p:nvPicPr>
          <p:cNvPr id="2" name="Google Shape;48;p1">
            <a:extLst>
              <a:ext uri="{FF2B5EF4-FFF2-40B4-BE49-F238E27FC236}">
                <a16:creationId xmlns:a16="http://schemas.microsoft.com/office/drawing/2014/main" id="{D5BB1BA0-653C-A092-3A8F-29CADF6FF1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6017" y="-1"/>
            <a:ext cx="2729483" cy="9601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3BBC3E-3579-F10E-9C38-1CD477CD9EF3}"/>
              </a:ext>
            </a:extLst>
          </p:cNvPr>
          <p:cNvSpPr txBox="1"/>
          <p:nvPr/>
        </p:nvSpPr>
        <p:spPr>
          <a:xfrm>
            <a:off x="201727" y="2441465"/>
            <a:ext cx="9703557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Классический </a:t>
            </a:r>
            <a:r>
              <a:rPr lang="en-US" sz="3200" dirty="0"/>
              <a:t>2D </a:t>
            </a:r>
            <a:r>
              <a:rPr lang="ru-RU" sz="3200" dirty="0"/>
              <a:t>платформер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Несколько уровней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Система скинов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Сохранение прогресса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Таймер «</a:t>
            </a:r>
            <a:r>
              <a:rPr lang="ru-RU" sz="3200" dirty="0" err="1"/>
              <a:t>спидрана</a:t>
            </a:r>
            <a:r>
              <a:rPr lang="ru-RU" sz="3200" dirty="0"/>
              <a:t>» и система рекордов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Продвинутая камера и </a:t>
            </a:r>
            <a:r>
              <a:rPr lang="ru-RU" sz="3200" dirty="0" err="1"/>
              <a:t>партикловые</a:t>
            </a:r>
            <a:r>
              <a:rPr lang="ru-RU" sz="3200" dirty="0"/>
              <a:t> эффекты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GOD MODE</a:t>
            </a:r>
            <a:endParaRPr lang="ru-RU" sz="3200" dirty="0"/>
          </a:p>
        </p:txBody>
      </p:sp>
      <p:pic>
        <p:nvPicPr>
          <p:cNvPr id="6" name="Рисунок 5" descr="Изображение выглядит как снимок экрана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6CED7E-E058-438B-8F05-7EF95EB50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368" y="2140398"/>
            <a:ext cx="7699405" cy="5882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92C8CA3B-5B24-3DBB-A684-331B8066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>
            <a:extLst>
              <a:ext uri="{FF2B5EF4-FFF2-40B4-BE49-F238E27FC236}">
                <a16:creationId xmlns:a16="http://schemas.microsoft.com/office/drawing/2014/main" id="{67CA2F4C-D88A-F259-B627-943669FE51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165" y="307600"/>
            <a:ext cx="3196477" cy="159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b="1" dirty="0">
                <a:latin typeface="+mj-lt"/>
              </a:rPr>
              <a:t>Структура классов</a:t>
            </a:r>
            <a:endParaRPr sz="4400" b="1" dirty="0">
              <a:latin typeface="+mj-lt"/>
            </a:endParaRPr>
          </a:p>
        </p:txBody>
      </p:sp>
      <p:sp>
        <p:nvSpPr>
          <p:cNvPr id="55" name="Google Shape;55;p2">
            <a:extLst>
              <a:ext uri="{FF2B5EF4-FFF2-40B4-BE49-F238E27FC236}">
                <a16:creationId xmlns:a16="http://schemas.microsoft.com/office/drawing/2014/main" id="{14A9302E-2B79-48DF-7B78-408A9F0E96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371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 dirty="0"/>
          </a:p>
        </p:txBody>
      </p:sp>
      <p:pic>
        <p:nvPicPr>
          <p:cNvPr id="2" name="Google Shape;48;p1">
            <a:extLst>
              <a:ext uri="{FF2B5EF4-FFF2-40B4-BE49-F238E27FC236}">
                <a16:creationId xmlns:a16="http://schemas.microsoft.com/office/drawing/2014/main" id="{CD239FCB-F9B7-D82E-D0B2-53FEE6464E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6017" y="0"/>
            <a:ext cx="2729483" cy="960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FE63CD-FD1F-7926-F460-3EB7C6847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186" y="307600"/>
            <a:ext cx="14155572" cy="917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2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C74531E3-7094-A3A4-9778-27804A9A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>
            <a:extLst>
              <a:ext uri="{FF2B5EF4-FFF2-40B4-BE49-F238E27FC236}">
                <a16:creationId xmlns:a16="http://schemas.microsoft.com/office/drawing/2014/main" id="{E1305198-897B-3103-65E8-B2B0DF6234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570" y="467579"/>
            <a:ext cx="5099262" cy="98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latin typeface="Arial" panose="020B0604020202020204" pitchFamily="34" charset="0"/>
                <a:cs typeface="Arial" panose="020B0604020202020204" pitchFamily="34" charset="0"/>
              </a:rPr>
              <a:t>Технологии</a:t>
            </a:r>
            <a:endParaRPr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Google Shape;55;p2">
            <a:extLst>
              <a:ext uri="{FF2B5EF4-FFF2-40B4-BE49-F238E27FC236}">
                <a16:creationId xmlns:a16="http://schemas.microsoft.com/office/drawing/2014/main" id="{339518EB-79D5-731D-764A-463AC06DB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371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 dirty="0"/>
          </a:p>
        </p:txBody>
      </p:sp>
      <p:pic>
        <p:nvPicPr>
          <p:cNvPr id="2" name="Google Shape;48;p1">
            <a:extLst>
              <a:ext uri="{FF2B5EF4-FFF2-40B4-BE49-F238E27FC236}">
                <a16:creationId xmlns:a16="http://schemas.microsoft.com/office/drawing/2014/main" id="{35CC4B78-6D17-5DB8-89D5-F4706C1A0E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6017" y="3034"/>
            <a:ext cx="2729483" cy="9601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6A2527-275C-0422-D9D3-8466FD69F377}"/>
              </a:ext>
            </a:extLst>
          </p:cNvPr>
          <p:cNvSpPr txBox="1"/>
          <p:nvPr/>
        </p:nvSpPr>
        <p:spPr>
          <a:xfrm>
            <a:off x="297980" y="2866972"/>
            <a:ext cx="9703557" cy="443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Python 3.10+, Arcade Library, sqlite3, Tiled Map Editor</a:t>
            </a:r>
            <a:endParaRPr lang="ru-RU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Архитектура: </a:t>
            </a:r>
            <a:r>
              <a:rPr lang="en" sz="3200" dirty="0"/>
              <a:t>View-based State Machine (</a:t>
            </a:r>
            <a:r>
              <a:rPr lang="ru-RU" sz="3200" dirty="0"/>
              <a:t>управление экранами Меню/Игра/Магазин)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Кинематическая физика платформера (</a:t>
            </a:r>
            <a:r>
              <a:rPr lang="en" sz="3200" dirty="0" err="1"/>
              <a:t>PhysicsEnginePlatformer</a:t>
            </a:r>
            <a:r>
              <a:rPr lang="en" sz="3200" dirty="0"/>
              <a:t>)</a:t>
            </a:r>
            <a:endParaRPr lang="ru-RU" sz="32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2EEF051-E8E0-E297-9314-33FB4D047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135" y="1685758"/>
            <a:ext cx="6795503" cy="679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20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B1C7B4C6-3824-4E76-DADA-1A88A3DCA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>
            <a:extLst>
              <a:ext uri="{FF2B5EF4-FFF2-40B4-BE49-F238E27FC236}">
                <a16:creationId xmlns:a16="http://schemas.microsoft.com/office/drawing/2014/main" id="{3EDED275-EF12-AD4D-267D-40CFA41C0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569" y="467579"/>
            <a:ext cx="8067051" cy="98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latin typeface="Arial" panose="020B0604020202020204" pitchFamily="34" charset="0"/>
                <a:cs typeface="Arial" panose="020B0604020202020204" pitchFamily="34" charset="0"/>
              </a:rPr>
              <a:t>Перспективы развития</a:t>
            </a:r>
            <a:endParaRPr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Google Shape;55;p2">
            <a:extLst>
              <a:ext uri="{FF2B5EF4-FFF2-40B4-BE49-F238E27FC236}">
                <a16:creationId xmlns:a16="http://schemas.microsoft.com/office/drawing/2014/main" id="{72E537F7-4E60-3083-41B2-C67E46FB63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6411638" y="9179119"/>
            <a:ext cx="27495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371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 dirty="0"/>
          </a:p>
        </p:txBody>
      </p:sp>
      <p:pic>
        <p:nvPicPr>
          <p:cNvPr id="2" name="Google Shape;48;p1">
            <a:extLst>
              <a:ext uri="{FF2B5EF4-FFF2-40B4-BE49-F238E27FC236}">
                <a16:creationId xmlns:a16="http://schemas.microsoft.com/office/drawing/2014/main" id="{191B6366-4185-D85C-A0D9-0A548249D8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6017" y="0"/>
            <a:ext cx="2729483" cy="9601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665FD2-F2C9-63CE-BB3A-FAAED4A5C0BB}"/>
              </a:ext>
            </a:extLst>
          </p:cNvPr>
          <p:cNvSpPr txBox="1"/>
          <p:nvPr/>
        </p:nvSpPr>
        <p:spPr>
          <a:xfrm>
            <a:off x="297981" y="2866972"/>
            <a:ext cx="8369770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Поддержка геймпадов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AI </a:t>
            </a:r>
            <a:r>
              <a:rPr lang="ru-RU" sz="3200" dirty="0"/>
              <a:t>враги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Новые механики (</a:t>
            </a:r>
            <a:r>
              <a:rPr lang="en-US" sz="3200" dirty="0"/>
              <a:t>Double Jump, Dash</a:t>
            </a:r>
            <a:r>
              <a:rPr lang="ru-RU" sz="32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Кинематическая физика платформера (</a:t>
            </a:r>
            <a:r>
              <a:rPr lang="en" sz="3200" dirty="0" err="1"/>
              <a:t>PhysicsEnginePlatformer</a:t>
            </a:r>
            <a:r>
              <a:rPr lang="en" sz="32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Эффект параллакса (глубина фона)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Онлайн-таблица рекордов</a:t>
            </a: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5C3FB28A-C0E3-B174-8788-72B32594F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992" y="1330019"/>
            <a:ext cx="8012123" cy="824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63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 extrusionOk="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4"/>
          <p:cNvGrpSpPr/>
          <p:nvPr/>
        </p:nvGrpSpPr>
        <p:grpSpPr>
          <a:xfrm>
            <a:off x="263471" y="1686560"/>
            <a:ext cx="10262997" cy="8067040"/>
            <a:chOff x="0" y="1685544"/>
            <a:chExt cx="10262997" cy="8067040"/>
          </a:xfrm>
        </p:grpSpPr>
        <p:sp>
          <p:nvSpPr>
            <p:cNvPr id="100" name="Google Shape;100;p4"/>
            <p:cNvSpPr/>
            <p:nvPr/>
          </p:nvSpPr>
          <p:spPr>
            <a:xfrm>
              <a:off x="8668512" y="4376928"/>
              <a:ext cx="1594485" cy="5375275"/>
            </a:xfrm>
            <a:custGeom>
              <a:avLst/>
              <a:gdLst/>
              <a:ahLst/>
              <a:cxnLst/>
              <a:rect l="l" t="t" r="r" b="b"/>
              <a:pathLst>
                <a:path w="1594484" h="5375275" extrusionOk="0">
                  <a:moveTo>
                    <a:pt x="0" y="0"/>
                  </a:moveTo>
                  <a:lnTo>
                    <a:pt x="0" y="5375147"/>
                  </a:lnTo>
                  <a:lnTo>
                    <a:pt x="1543698" y="5375147"/>
                  </a:lnTo>
                  <a:lnTo>
                    <a:pt x="1553217" y="5290870"/>
                  </a:lnTo>
                  <a:lnTo>
                    <a:pt x="1558446" y="5240078"/>
                  </a:lnTo>
                  <a:lnTo>
                    <a:pt x="1563323" y="5189181"/>
                  </a:lnTo>
                  <a:lnTo>
                    <a:pt x="1567847" y="5138182"/>
                  </a:lnTo>
                  <a:lnTo>
                    <a:pt x="1572016" y="5087082"/>
                  </a:lnTo>
                  <a:lnTo>
                    <a:pt x="1575828" y="5035882"/>
                  </a:lnTo>
                  <a:lnTo>
                    <a:pt x="1579284" y="4984584"/>
                  </a:lnTo>
                  <a:lnTo>
                    <a:pt x="1582381" y="4933188"/>
                  </a:lnTo>
                  <a:lnTo>
                    <a:pt x="1585118" y="4881695"/>
                  </a:lnTo>
                  <a:lnTo>
                    <a:pt x="1587495" y="4830108"/>
                  </a:lnTo>
                  <a:lnTo>
                    <a:pt x="1589509" y="4778427"/>
                  </a:lnTo>
                  <a:lnTo>
                    <a:pt x="1591160" y="4726654"/>
                  </a:lnTo>
                  <a:lnTo>
                    <a:pt x="1592446" y="4674789"/>
                  </a:lnTo>
                  <a:lnTo>
                    <a:pt x="1593366" y="4622834"/>
                  </a:lnTo>
                  <a:lnTo>
                    <a:pt x="1593919" y="4570791"/>
                  </a:lnTo>
                  <a:lnTo>
                    <a:pt x="1594104" y="4518660"/>
                  </a:lnTo>
                  <a:lnTo>
                    <a:pt x="1593919" y="4466528"/>
                  </a:lnTo>
                  <a:lnTo>
                    <a:pt x="1593366" y="4414485"/>
                  </a:lnTo>
                  <a:lnTo>
                    <a:pt x="1592446" y="4362530"/>
                  </a:lnTo>
                  <a:lnTo>
                    <a:pt x="1591160" y="4310665"/>
                  </a:lnTo>
                  <a:lnTo>
                    <a:pt x="1589509" y="4258892"/>
                  </a:lnTo>
                  <a:lnTo>
                    <a:pt x="1587495" y="4207211"/>
                  </a:lnTo>
                  <a:lnTo>
                    <a:pt x="1585118" y="4155624"/>
                  </a:lnTo>
                  <a:lnTo>
                    <a:pt x="1582381" y="4104131"/>
                  </a:lnTo>
                  <a:lnTo>
                    <a:pt x="1579284" y="4052735"/>
                  </a:lnTo>
                  <a:lnTo>
                    <a:pt x="1575828" y="4001437"/>
                  </a:lnTo>
                  <a:lnTo>
                    <a:pt x="1572016" y="3950237"/>
                  </a:lnTo>
                  <a:lnTo>
                    <a:pt x="1567847" y="3899137"/>
                  </a:lnTo>
                  <a:lnTo>
                    <a:pt x="1563323" y="3848138"/>
                  </a:lnTo>
                  <a:lnTo>
                    <a:pt x="1558446" y="3797241"/>
                  </a:lnTo>
                  <a:lnTo>
                    <a:pt x="1553217" y="3746449"/>
                  </a:lnTo>
                  <a:lnTo>
                    <a:pt x="1547636" y="3695761"/>
                  </a:lnTo>
                  <a:lnTo>
                    <a:pt x="1541706" y="3645179"/>
                  </a:lnTo>
                  <a:lnTo>
                    <a:pt x="1535427" y="3594704"/>
                  </a:lnTo>
                  <a:lnTo>
                    <a:pt x="1528801" y="3544338"/>
                  </a:lnTo>
                  <a:lnTo>
                    <a:pt x="1521828" y="3494082"/>
                  </a:lnTo>
                  <a:lnTo>
                    <a:pt x="1514511" y="3443937"/>
                  </a:lnTo>
                  <a:lnTo>
                    <a:pt x="1506850" y="3393905"/>
                  </a:lnTo>
                  <a:lnTo>
                    <a:pt x="1498847" y="3343985"/>
                  </a:lnTo>
                  <a:lnTo>
                    <a:pt x="1490503" y="3294181"/>
                  </a:lnTo>
                  <a:lnTo>
                    <a:pt x="1481818" y="3244492"/>
                  </a:lnTo>
                  <a:lnTo>
                    <a:pt x="1472795" y="3194921"/>
                  </a:lnTo>
                  <a:lnTo>
                    <a:pt x="1463435" y="3145468"/>
                  </a:lnTo>
                  <a:lnTo>
                    <a:pt x="1453738" y="3096135"/>
                  </a:lnTo>
                  <a:lnTo>
                    <a:pt x="1443706" y="3046923"/>
                  </a:lnTo>
                  <a:lnTo>
                    <a:pt x="1433341" y="2997834"/>
                  </a:lnTo>
                  <a:lnTo>
                    <a:pt x="1422643" y="2948867"/>
                  </a:lnTo>
                  <a:lnTo>
                    <a:pt x="1411614" y="2900025"/>
                  </a:lnTo>
                  <a:lnTo>
                    <a:pt x="1400255" y="2851309"/>
                  </a:lnTo>
                  <a:lnTo>
                    <a:pt x="1388567" y="2802721"/>
                  </a:lnTo>
                  <a:lnTo>
                    <a:pt x="1376551" y="2754260"/>
                  </a:lnTo>
                  <a:lnTo>
                    <a:pt x="1364210" y="2705929"/>
                  </a:lnTo>
                  <a:lnTo>
                    <a:pt x="1351543" y="2657730"/>
                  </a:lnTo>
                  <a:lnTo>
                    <a:pt x="1338552" y="2609662"/>
                  </a:lnTo>
                  <a:lnTo>
                    <a:pt x="1325239" y="2561727"/>
                  </a:lnTo>
                  <a:lnTo>
                    <a:pt x="1311604" y="2513927"/>
                  </a:lnTo>
                  <a:lnTo>
                    <a:pt x="1297649" y="2466263"/>
                  </a:lnTo>
                  <a:lnTo>
                    <a:pt x="1283375" y="2418736"/>
                  </a:lnTo>
                  <a:lnTo>
                    <a:pt x="1268784" y="2371347"/>
                  </a:lnTo>
                  <a:lnTo>
                    <a:pt x="1253876" y="2324098"/>
                  </a:lnTo>
                  <a:lnTo>
                    <a:pt x="1238653" y="2276989"/>
                  </a:lnTo>
                  <a:lnTo>
                    <a:pt x="1223117" y="2230022"/>
                  </a:lnTo>
                  <a:lnTo>
                    <a:pt x="1207267" y="2183199"/>
                  </a:lnTo>
                  <a:lnTo>
                    <a:pt x="1191106" y="2136520"/>
                  </a:lnTo>
                  <a:lnTo>
                    <a:pt x="1174635" y="2089987"/>
                  </a:lnTo>
                  <a:lnTo>
                    <a:pt x="1157855" y="2043600"/>
                  </a:lnTo>
                  <a:lnTo>
                    <a:pt x="1140767" y="1997362"/>
                  </a:lnTo>
                  <a:lnTo>
                    <a:pt x="1123372" y="1951274"/>
                  </a:lnTo>
                  <a:lnTo>
                    <a:pt x="1105672" y="1905335"/>
                  </a:lnTo>
                  <a:lnTo>
                    <a:pt x="1087669" y="1859549"/>
                  </a:lnTo>
                  <a:lnTo>
                    <a:pt x="1069362" y="1813916"/>
                  </a:lnTo>
                  <a:lnTo>
                    <a:pt x="1050754" y="1768437"/>
                  </a:lnTo>
                  <a:lnTo>
                    <a:pt x="1031845" y="1723114"/>
                  </a:lnTo>
                  <a:lnTo>
                    <a:pt x="1012638" y="1677948"/>
                  </a:lnTo>
                  <a:lnTo>
                    <a:pt x="993133" y="1632939"/>
                  </a:lnTo>
                  <a:lnTo>
                    <a:pt x="973331" y="1588090"/>
                  </a:lnTo>
                  <a:lnTo>
                    <a:pt x="953233" y="1543402"/>
                  </a:lnTo>
                  <a:lnTo>
                    <a:pt x="932842" y="1498875"/>
                  </a:lnTo>
                  <a:lnTo>
                    <a:pt x="912157" y="1454511"/>
                  </a:lnTo>
                  <a:lnTo>
                    <a:pt x="891181" y="1410312"/>
                  </a:lnTo>
                  <a:lnTo>
                    <a:pt x="869915" y="1366278"/>
                  </a:lnTo>
                  <a:lnTo>
                    <a:pt x="848359" y="1322411"/>
                  </a:lnTo>
                  <a:lnTo>
                    <a:pt x="826516" y="1278712"/>
                  </a:lnTo>
                  <a:lnTo>
                    <a:pt x="804385" y="1235181"/>
                  </a:lnTo>
                  <a:lnTo>
                    <a:pt x="781970" y="1191822"/>
                  </a:lnTo>
                  <a:lnTo>
                    <a:pt x="759270" y="1148634"/>
                  </a:lnTo>
                  <a:lnTo>
                    <a:pt x="736287" y="1105619"/>
                  </a:lnTo>
                  <a:lnTo>
                    <a:pt x="713022" y="1062778"/>
                  </a:lnTo>
                  <a:lnTo>
                    <a:pt x="689477" y="1020112"/>
                  </a:lnTo>
                  <a:lnTo>
                    <a:pt x="665652" y="977623"/>
                  </a:lnTo>
                  <a:lnTo>
                    <a:pt x="641550" y="935312"/>
                  </a:lnTo>
                  <a:lnTo>
                    <a:pt x="617170" y="893180"/>
                  </a:lnTo>
                  <a:lnTo>
                    <a:pt x="592515" y="851229"/>
                  </a:lnTo>
                  <a:lnTo>
                    <a:pt x="567586" y="809459"/>
                  </a:lnTo>
                  <a:lnTo>
                    <a:pt x="542384" y="767871"/>
                  </a:lnTo>
                  <a:lnTo>
                    <a:pt x="516909" y="726468"/>
                  </a:lnTo>
                  <a:lnTo>
                    <a:pt x="491165" y="685250"/>
                  </a:lnTo>
                  <a:lnTo>
                    <a:pt x="465150" y="644219"/>
                  </a:lnTo>
                  <a:lnTo>
                    <a:pt x="438868" y="603375"/>
                  </a:lnTo>
                  <a:lnTo>
                    <a:pt x="412319" y="562720"/>
                  </a:lnTo>
                  <a:lnTo>
                    <a:pt x="385504" y="522256"/>
                  </a:lnTo>
                  <a:lnTo>
                    <a:pt x="358425" y="481983"/>
                  </a:lnTo>
                  <a:lnTo>
                    <a:pt x="331082" y="441902"/>
                  </a:lnTo>
                  <a:lnTo>
                    <a:pt x="303477" y="402016"/>
                  </a:lnTo>
                  <a:lnTo>
                    <a:pt x="275612" y="362325"/>
                  </a:lnTo>
                  <a:lnTo>
                    <a:pt x="247488" y="322830"/>
                  </a:lnTo>
                  <a:lnTo>
                    <a:pt x="219105" y="283533"/>
                  </a:lnTo>
                  <a:lnTo>
                    <a:pt x="190465" y="244434"/>
                  </a:lnTo>
                  <a:lnTo>
                    <a:pt x="161569" y="205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685544"/>
              <a:ext cx="8669020" cy="8067040"/>
            </a:xfrm>
            <a:custGeom>
              <a:avLst/>
              <a:gdLst/>
              <a:ahLst/>
              <a:cxnLst/>
              <a:rect l="l" t="t" r="r" b="b"/>
              <a:pathLst>
                <a:path w="8669020" h="8067040" extrusionOk="0">
                  <a:moveTo>
                    <a:pt x="3053139" y="0"/>
                  </a:moveTo>
                  <a:lnTo>
                    <a:pt x="2993474" y="241"/>
                  </a:lnTo>
                  <a:lnTo>
                    <a:pt x="2874490" y="2170"/>
                  </a:lnTo>
                  <a:lnTo>
                    <a:pt x="2755981" y="6013"/>
                  </a:lnTo>
                  <a:lnTo>
                    <a:pt x="2637961" y="11755"/>
                  </a:lnTo>
                  <a:lnTo>
                    <a:pt x="2520445" y="19382"/>
                  </a:lnTo>
                  <a:lnTo>
                    <a:pt x="2403449" y="28879"/>
                  </a:lnTo>
                  <a:lnTo>
                    <a:pt x="2286986" y="40231"/>
                  </a:lnTo>
                  <a:lnTo>
                    <a:pt x="2171072" y="53423"/>
                  </a:lnTo>
                  <a:lnTo>
                    <a:pt x="2055722" y="68441"/>
                  </a:lnTo>
                  <a:lnTo>
                    <a:pt x="1940950" y="85269"/>
                  </a:lnTo>
                  <a:lnTo>
                    <a:pt x="1826772" y="103892"/>
                  </a:lnTo>
                  <a:lnTo>
                    <a:pt x="1713202" y="124296"/>
                  </a:lnTo>
                  <a:lnTo>
                    <a:pt x="1600255" y="146466"/>
                  </a:lnTo>
                  <a:lnTo>
                    <a:pt x="1487945" y="170388"/>
                  </a:lnTo>
                  <a:lnTo>
                    <a:pt x="1376289" y="196045"/>
                  </a:lnTo>
                  <a:lnTo>
                    <a:pt x="1265299" y="223424"/>
                  </a:lnTo>
                  <a:lnTo>
                    <a:pt x="1154993" y="252510"/>
                  </a:lnTo>
                  <a:lnTo>
                    <a:pt x="1045383" y="283287"/>
                  </a:lnTo>
                  <a:lnTo>
                    <a:pt x="936486" y="315741"/>
                  </a:lnTo>
                  <a:lnTo>
                    <a:pt x="828315" y="349857"/>
                  </a:lnTo>
                  <a:lnTo>
                    <a:pt x="720886" y="385620"/>
                  </a:lnTo>
                  <a:lnTo>
                    <a:pt x="614214" y="423016"/>
                  </a:lnTo>
                  <a:lnTo>
                    <a:pt x="508313" y="462029"/>
                  </a:lnTo>
                  <a:lnTo>
                    <a:pt x="403199" y="502644"/>
                  </a:lnTo>
                  <a:lnTo>
                    <a:pt x="298885" y="544848"/>
                  </a:lnTo>
                  <a:lnTo>
                    <a:pt x="195388" y="588625"/>
                  </a:lnTo>
                  <a:lnTo>
                    <a:pt x="92721" y="633959"/>
                  </a:lnTo>
                  <a:lnTo>
                    <a:pt x="0" y="676605"/>
                  </a:lnTo>
                  <a:lnTo>
                    <a:pt x="0" y="8066531"/>
                  </a:lnTo>
                  <a:lnTo>
                    <a:pt x="8668508" y="8066531"/>
                  </a:lnTo>
                  <a:lnTo>
                    <a:pt x="8668508" y="2690304"/>
                  </a:lnTo>
                  <a:lnTo>
                    <a:pt x="8616019" y="2623515"/>
                  </a:lnTo>
                  <a:lnTo>
                    <a:pt x="8585146" y="2586358"/>
                  </a:lnTo>
                  <a:lnTo>
                    <a:pt x="8554031" y="2549412"/>
                  </a:lnTo>
                  <a:lnTo>
                    <a:pt x="8522673" y="2512678"/>
                  </a:lnTo>
                  <a:lnTo>
                    <a:pt x="8491074" y="2476158"/>
                  </a:lnTo>
                  <a:lnTo>
                    <a:pt x="8459235" y="2439851"/>
                  </a:lnTo>
                  <a:lnTo>
                    <a:pt x="8427158" y="2403760"/>
                  </a:lnTo>
                  <a:lnTo>
                    <a:pt x="8394843" y="2367887"/>
                  </a:lnTo>
                  <a:lnTo>
                    <a:pt x="8362292" y="2332231"/>
                  </a:lnTo>
                  <a:lnTo>
                    <a:pt x="8329506" y="2296794"/>
                  </a:lnTo>
                  <a:lnTo>
                    <a:pt x="8296487" y="2261578"/>
                  </a:lnTo>
                  <a:lnTo>
                    <a:pt x="8263235" y="2226584"/>
                  </a:lnTo>
                  <a:lnTo>
                    <a:pt x="8229752" y="2191813"/>
                  </a:lnTo>
                  <a:lnTo>
                    <a:pt x="8196039" y="2157266"/>
                  </a:lnTo>
                  <a:lnTo>
                    <a:pt x="8162097" y="2122945"/>
                  </a:lnTo>
                  <a:lnTo>
                    <a:pt x="8127928" y="2088850"/>
                  </a:lnTo>
                  <a:lnTo>
                    <a:pt x="8093532" y="2054983"/>
                  </a:lnTo>
                  <a:lnTo>
                    <a:pt x="8058911" y="2021346"/>
                  </a:lnTo>
                  <a:lnTo>
                    <a:pt x="8024067" y="1987938"/>
                  </a:lnTo>
                  <a:lnTo>
                    <a:pt x="7989000" y="1954763"/>
                  </a:lnTo>
                  <a:lnTo>
                    <a:pt x="7953711" y="1921820"/>
                  </a:lnTo>
                  <a:lnTo>
                    <a:pt x="7918203" y="1889111"/>
                  </a:lnTo>
                  <a:lnTo>
                    <a:pt x="7882475" y="1856638"/>
                  </a:lnTo>
                  <a:lnTo>
                    <a:pt x="7846530" y="1824401"/>
                  </a:lnTo>
                  <a:lnTo>
                    <a:pt x="7810368" y="1792402"/>
                  </a:lnTo>
                  <a:lnTo>
                    <a:pt x="7773991" y="1760642"/>
                  </a:lnTo>
                  <a:lnTo>
                    <a:pt x="7737400" y="1729122"/>
                  </a:lnTo>
                  <a:lnTo>
                    <a:pt x="7700597" y="1697844"/>
                  </a:lnTo>
                  <a:lnTo>
                    <a:pt x="7663582" y="1666809"/>
                  </a:lnTo>
                  <a:lnTo>
                    <a:pt x="7626356" y="1636017"/>
                  </a:lnTo>
                  <a:lnTo>
                    <a:pt x="7588922" y="1605470"/>
                  </a:lnTo>
                  <a:lnTo>
                    <a:pt x="7551280" y="1575170"/>
                  </a:lnTo>
                  <a:lnTo>
                    <a:pt x="7513431" y="1545118"/>
                  </a:lnTo>
                  <a:lnTo>
                    <a:pt x="7475377" y="1515314"/>
                  </a:lnTo>
                  <a:lnTo>
                    <a:pt x="7437118" y="1485761"/>
                  </a:lnTo>
                  <a:lnTo>
                    <a:pt x="7398657" y="1456458"/>
                  </a:lnTo>
                  <a:lnTo>
                    <a:pt x="7359994" y="1427409"/>
                  </a:lnTo>
                  <a:lnTo>
                    <a:pt x="7321131" y="1398613"/>
                  </a:lnTo>
                  <a:lnTo>
                    <a:pt x="7282068" y="1370072"/>
                  </a:lnTo>
                  <a:lnTo>
                    <a:pt x="7242807" y="1341787"/>
                  </a:lnTo>
                  <a:lnTo>
                    <a:pt x="7203350" y="1313760"/>
                  </a:lnTo>
                  <a:lnTo>
                    <a:pt x="7123850" y="1258483"/>
                  </a:lnTo>
                  <a:lnTo>
                    <a:pt x="7043578" y="1204250"/>
                  </a:lnTo>
                  <a:lnTo>
                    <a:pt x="6962543" y="1151072"/>
                  </a:lnTo>
                  <a:lnTo>
                    <a:pt x="6880756" y="1098959"/>
                  </a:lnTo>
                  <a:lnTo>
                    <a:pt x="6798226" y="1047919"/>
                  </a:lnTo>
                  <a:lnTo>
                    <a:pt x="6714963" y="997964"/>
                  </a:lnTo>
                  <a:lnTo>
                    <a:pt x="6630977" y="949102"/>
                  </a:lnTo>
                  <a:lnTo>
                    <a:pt x="6546278" y="901344"/>
                  </a:lnTo>
                  <a:lnTo>
                    <a:pt x="6460875" y="854700"/>
                  </a:lnTo>
                  <a:lnTo>
                    <a:pt x="6374779" y="809179"/>
                  </a:lnTo>
                  <a:lnTo>
                    <a:pt x="6288000" y="764791"/>
                  </a:lnTo>
                  <a:lnTo>
                    <a:pt x="6200546" y="721547"/>
                  </a:lnTo>
                  <a:lnTo>
                    <a:pt x="6112429" y="679455"/>
                  </a:lnTo>
                  <a:lnTo>
                    <a:pt x="6023658" y="638526"/>
                  </a:lnTo>
                  <a:lnTo>
                    <a:pt x="5934242" y="598770"/>
                  </a:lnTo>
                  <a:lnTo>
                    <a:pt x="5844192" y="560196"/>
                  </a:lnTo>
                  <a:lnTo>
                    <a:pt x="5753517" y="522815"/>
                  </a:lnTo>
                  <a:lnTo>
                    <a:pt x="5662228" y="486635"/>
                  </a:lnTo>
                  <a:lnTo>
                    <a:pt x="5570333" y="451668"/>
                  </a:lnTo>
                  <a:lnTo>
                    <a:pt x="5477844" y="417923"/>
                  </a:lnTo>
                  <a:lnTo>
                    <a:pt x="5384769" y="385409"/>
                  </a:lnTo>
                  <a:lnTo>
                    <a:pt x="5291119" y="354137"/>
                  </a:lnTo>
                  <a:lnTo>
                    <a:pt x="5196904" y="324116"/>
                  </a:lnTo>
                  <a:lnTo>
                    <a:pt x="5102133" y="295356"/>
                  </a:lnTo>
                  <a:lnTo>
                    <a:pt x="5006816" y="267868"/>
                  </a:lnTo>
                  <a:lnTo>
                    <a:pt x="4910963" y="241660"/>
                  </a:lnTo>
                  <a:lnTo>
                    <a:pt x="4814584" y="216743"/>
                  </a:lnTo>
                  <a:lnTo>
                    <a:pt x="4717688" y="193127"/>
                  </a:lnTo>
                  <a:lnTo>
                    <a:pt x="4620286" y="170821"/>
                  </a:lnTo>
                  <a:lnTo>
                    <a:pt x="4522388" y="149836"/>
                  </a:lnTo>
                  <a:lnTo>
                    <a:pt x="4424003" y="130180"/>
                  </a:lnTo>
                  <a:lnTo>
                    <a:pt x="4325141" y="111865"/>
                  </a:lnTo>
                  <a:lnTo>
                    <a:pt x="4225811" y="94899"/>
                  </a:lnTo>
                  <a:lnTo>
                    <a:pt x="4126025" y="79294"/>
                  </a:lnTo>
                  <a:lnTo>
                    <a:pt x="4025791" y="65057"/>
                  </a:lnTo>
                  <a:lnTo>
                    <a:pt x="3925120" y="52200"/>
                  </a:lnTo>
                  <a:lnTo>
                    <a:pt x="3824021" y="40733"/>
                  </a:lnTo>
                  <a:lnTo>
                    <a:pt x="3722504" y="30664"/>
                  </a:lnTo>
                  <a:lnTo>
                    <a:pt x="3620579" y="22004"/>
                  </a:lnTo>
                  <a:lnTo>
                    <a:pt x="3518256" y="14763"/>
                  </a:lnTo>
                  <a:lnTo>
                    <a:pt x="3415545" y="8951"/>
                  </a:lnTo>
                  <a:lnTo>
                    <a:pt x="3312455" y="4577"/>
                  </a:lnTo>
                  <a:lnTo>
                    <a:pt x="3208996" y="1651"/>
                  </a:lnTo>
                  <a:lnTo>
                    <a:pt x="3105179" y="183"/>
                  </a:lnTo>
                  <a:lnTo>
                    <a:pt x="30531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926679" y="3525311"/>
            <a:ext cx="6931185" cy="247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 b="1" dirty="0">
                <a:latin typeface="+mj-lt"/>
              </a:rPr>
              <a:t>Спасибо</a:t>
            </a:r>
            <a:endParaRPr sz="8000" b="1" dirty="0">
              <a:latin typeface="+mj-l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 b="1" dirty="0">
                <a:latin typeface="+mj-lt"/>
              </a:rPr>
              <a:t>за внимание!</a:t>
            </a:r>
            <a:endParaRPr sz="8000" b="1" dirty="0">
              <a:latin typeface="+mj-lt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926678" y="6311437"/>
            <a:ext cx="5169321" cy="44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dk1"/>
                </a:solidFill>
                <a:latin typeface="+mj-lt"/>
                <a:ea typeface="Trebuchet MS"/>
                <a:cs typeface="Trebuchet MS"/>
                <a:sym typeface="Trebuchet MS"/>
              </a:rPr>
              <a:t>Авдонин Илья </a:t>
            </a:r>
            <a:r>
              <a:rPr lang="en-US" sz="2800" dirty="0">
                <a:solidFill>
                  <a:schemeClr val="dk1"/>
                </a:solidFill>
                <a:latin typeface="+mj-lt"/>
                <a:ea typeface="Trebuchet MS"/>
                <a:cs typeface="Trebuchet MS"/>
                <a:sym typeface="Trebuchet MS"/>
              </a:rPr>
              <a:t>| </a:t>
            </a:r>
            <a:r>
              <a:rPr lang="ru-RU" sz="2800" dirty="0" err="1">
                <a:solidFill>
                  <a:schemeClr val="dk1"/>
                </a:solidFill>
                <a:latin typeface="+mj-lt"/>
                <a:ea typeface="Trebuchet MS"/>
                <a:cs typeface="Trebuchet MS"/>
                <a:sym typeface="Trebuchet MS"/>
              </a:rPr>
              <a:t>Возлеев</a:t>
            </a:r>
            <a:r>
              <a:rPr lang="ru-RU" sz="2800" dirty="0">
                <a:solidFill>
                  <a:schemeClr val="dk1"/>
                </a:solidFill>
                <a:latin typeface="+mj-lt"/>
                <a:ea typeface="Trebuchet MS"/>
                <a:cs typeface="Trebuchet MS"/>
                <a:sym typeface="Trebuchet MS"/>
              </a:rPr>
              <a:t> Борис</a:t>
            </a:r>
            <a:endParaRPr sz="2800" dirty="0">
              <a:solidFill>
                <a:schemeClr val="dk1"/>
              </a:solidFill>
              <a:latin typeface="+mj-lt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Google Shape;115;p4">
            <a:extLst>
              <a:ext uri="{FF2B5EF4-FFF2-40B4-BE49-F238E27FC236}">
                <a16:creationId xmlns:a16="http://schemas.microsoft.com/office/drawing/2014/main" id="{BBA174B9-E9E5-35C1-9ED7-6FCF165F81FE}"/>
              </a:ext>
            </a:extLst>
          </p:cNvPr>
          <p:cNvSpPr txBox="1"/>
          <p:nvPr/>
        </p:nvSpPr>
        <p:spPr>
          <a:xfrm>
            <a:off x="926678" y="6844053"/>
            <a:ext cx="2041110" cy="44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dk1"/>
                </a:solidFill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29.01.2026</a:t>
            </a:r>
            <a:endParaRPr sz="2800" dirty="0">
              <a:solidFill>
                <a:schemeClr val="dk1"/>
              </a:solidFill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pic>
        <p:nvPicPr>
          <p:cNvPr id="3" name="Google Shape;48;p1">
            <a:extLst>
              <a:ext uri="{FF2B5EF4-FFF2-40B4-BE49-F238E27FC236}">
                <a16:creationId xmlns:a16="http://schemas.microsoft.com/office/drawing/2014/main" id="{0D66BDF2-C8F3-DF21-E1D5-CF9015CE77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6017" y="0"/>
            <a:ext cx="2729483" cy="96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111</Words>
  <Application>Microsoft Macintosh PowerPoint</Application>
  <PresentationFormat>Произвольный</PresentationFormat>
  <Paragraphs>30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Super Adventures</vt:lpstr>
      <vt:lpstr>О проекте</vt:lpstr>
      <vt:lpstr>Структура классов</vt:lpstr>
      <vt:lpstr>Технологии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presentation</dc:creator>
  <cp:lastModifiedBy>Илья</cp:lastModifiedBy>
  <cp:revision>2</cp:revision>
  <dcterms:created xsi:type="dcterms:W3CDTF">2021-07-29T16:22:11Z</dcterms:created>
  <dcterms:modified xsi:type="dcterms:W3CDTF">2026-01-26T16:17:20Z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2019-08-25T00:00:00Z</vt:filetime>
  </property>
  <property fmtid="{D5CDD505-2E9C-101B-9397-08002B2CF9AE}" pid="3" name="Creator">
    <vt:lpwstr>Acrobat PDFMaker 15 для PowerPoint</vt:lpwstr>
  </property>
  <property fmtid="{D5CDD505-2E9C-101B-9397-08002B2CF9AE}" pid="4" name="LastSaved">
    <vt:filetime>2021-07-29T00:00:00Z</vt:filetime>
  </property>
</Properties>
</file>